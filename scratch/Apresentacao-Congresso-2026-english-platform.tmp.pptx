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1"/>
  </p:notesMasterIdLst>
  <p:sldIdLst>
    <p:sldId id="263" r:id="rId5"/>
    <p:sldId id="264" r:id="rId6"/>
    <p:sldId id="265" r:id="rId7"/>
    <p:sldId id="266" r:id="rId8"/>
    <p:sldId id="267" r:id="rId9"/>
    <p:sldId id="268" r:id="rId1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jfjP2i3DliAGCvJMZXY7yUrAdj+g=="/>
    </p:ext>
  </p:extLst>
</p:presentation>
</file>